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Eco-Loop Building Agents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MCP-driven closed-loop energy optimization for buildings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794760"/>
            <a:ext cx="2377440" cy="457200"/>
          </a:xfrm>
          <a:prstGeom prst="rect">
            <a:avLst>
              <a:gd name="adj" fmla="val 16000"/>
            </a:avLst>
          </a:prstGeom>
          <a:solidFill>
            <a:srgbClr val="3DDC9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794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+6.4% ENERGY SAVINGS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Eco-Loop Building Agents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AI / Smart Building Automation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live, physics-grounded closed loop: EnergyPlus simulates a real building; an MCP tool server exposes its state and controls; an AI control layer reads sensor-like output, reasons against explicit comfort constraints, and writes real setpoint changes back — with no human editing code between iterations.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Closed-loop, not scripted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is edited and re-simulated automatically based on live tool-read results — not a fixed rule schedule.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6517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Constraint-first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comfort (PMV -0.5 to +0.5) is a hard constraint the optimizer cannot trade away, not a soft preference.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65176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Honest, dual-path autonomy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352044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agent demonstrates real MCP tool-calling; a deterministic search guarantees the reported savings are reproducible.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EnergyPlus 26.1.0 — physics-based annual simulation, Mumbai ISHRAE weather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eppy — Python/IDF bridge for reading &amp; editing the building model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MCP-style tool server (FastMCP) — get_current_summary, set_zone_setpoint, run_simulation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API, llama-3.1-8b-instant — open-source LLM control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sweep controller — guaranteed, reproducible savings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Flow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0" y="1691640"/>
            <a:ext cx="5486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Read: get_current_summary() — monthly kWh + PMV comfort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Reason: evaluate vs. hard comfort constraint + energy objective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Act: set_zone_setpoint() — safety-bounded, setback-preserving edit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Verify: run_simulation() — full annual re-run, real result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Repeat until constraint-satisfying optimum found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safeguards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Server-enforced safety bounds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(heating 16–24°C, cooling 22–30°C, 2°C min deadband) — not left to the LLM.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Setback-preserving edits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only occupied-hours setpoints change; night/weekend setback logic is untouched.
</a:t>
            </a:r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 resilient agent loop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backoff + retry so a transient 429 never discards a real applied change.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Viability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Feasible — Real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annual EnergyPlus simulation completes in ~9-16s per iteration — fast enough for iterative search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MCP-style tool interface works end-to-end with both an LLM agent and a deterministic controller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78,057.8 kWh baseline → 73,040.0 kWh optimized: a real, reproducible +6.4% saving, independently re-run and confirmed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Challenges &amp; Mitigations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0" y="17830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8B open-source LLM doesn't reliably follow multi-step directional feedback → deterministic sweep guarantees a defensible result regardless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Free-tier LLM API rate limits (6000 TPM) → inter-call backoff + single retry added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3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 trade off against comfort → explicit 20%-of-baseline comfort budget makes the trade-off transparent, not hidden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663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78,057.8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5257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kWh/yr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4663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73,040.0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5257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kWh/yr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4663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63640" y="5257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Savings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4663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→ 45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61120" y="5257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Violations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produced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4708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31920" y="184708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mcp_energyplus_server.py, run_agent_loop.py, run_hillclimb_loop.py, run_mumbai_baseline.py, summarize_baseline.py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4436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29443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(frozen) + AI-optimized .idf, plus the full 5-point setpoint sweep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416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Dashboard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40416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HTML dashboard: trade-off chart, full results table, methodology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161D27"/>
          </a:solidFill>
          <a:ln w="12700">
            <a:solidFill>
              <a:srgbClr val="2631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3892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Document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51389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report: tool design, prompt engineering iterations, latency handling, log summarization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 EnergyPlus documentation — simulation engine &amp; IDF schema reference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eppy documentation — Python bridge for EnergyPlus IDF manipulation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ASHRAE 55 — Predicted Mean Vote (PMV) thermal comfort model &amp; acceptable band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specification — standardized tool-calling interface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documentation — llama-3.1-8b-instant function-calling &amp; rate limits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ISHRAE Mumbai weather file (IND_Mumbai.430030_ISHRAE.epw) — local climate data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2026-07-26T11:27:46Z</dcterms:created>
  <dcterms:modified xsi:type="dcterms:W3CDTF">2026-07-26T11:27:46Z</dcterms:modified>
</cp:coreProperties>
</file>